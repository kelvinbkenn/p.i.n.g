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353E26A-9F32-4CF6-BB2C-C66B234D41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A2DD52-2D5A-4200-8B9F-24F7018925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35D69-4811-4960-A6A6-67C3123D54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1A5FA-4B14-491D-BF93-51CEF3E8B0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908C2-B327-4475-936A-FE2B4D2FD4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627745-06BB-47D3-9A9C-E8B5953C98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F82A55-8E31-487C-80E2-E512C1B465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A1881-0BA6-4A93-A572-681E31181E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F861D2-A151-421D-9821-0C7E454239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4133BF-5E57-4FB7-B33B-13515FBF1F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31A57C-74A2-4EDA-BA9A-9298338A79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766560" y="-731520"/>
            <a:ext cx="2925720" cy="292572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548640" y="4023360"/>
            <a:ext cx="1828440" cy="182844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1371600"/>
            <a:ext cx="7680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fffff"/>
                </a:solidFill>
                <a:latin typeface="Cambria"/>
                <a:ea typeface="Cambria"/>
              </a:rPr>
              <a:t>P.I.N.G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265176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adcfc"/>
                </a:solidFill>
                <a:latin typeface="Calibri"/>
                <a:ea typeface="Calibri"/>
              </a:rPr>
              <a:t>Private, decentralized communication on Raspberry Pi Pico 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31520" y="3474720"/>
            <a:ext cx="2377080" cy="41112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31520" y="34747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PHASE 1  ·  TEXT MESSAGING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1520" y="45720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Raspberry Pi Pico 2  ·  MicroPython  ·  nRF24L01+  ·  2.4 GHz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Team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Project contributors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548640" y="1463040"/>
            <a:ext cx="8046360" cy="329148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31520" y="162756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Members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31520" y="1965960"/>
            <a:ext cx="76806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Kelvin S. A.  —  Roll No. 17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Kabilan M.  —  Roll No. 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S. Mukesh  —  Roll No. 33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Why P.I.N.G?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A radio mesh that does not depend on the internet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548640" y="1463040"/>
            <a:ext cx="3931560" cy="329148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3152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Motivation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196596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No central servers or commercial providers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Low-cost hardware: Pico 2 + nRF24L01+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Mesh by design: one shared address and channel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Built to grow: text today, voice and services later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663440" y="1463040"/>
            <a:ext cx="3931560" cy="3291480"/>
          </a:xfrm>
          <a:prstGeom prst="roundRect">
            <a:avLst>
              <a:gd name="adj" fmla="val 3333"/>
            </a:avLst>
          </a:prstGeom>
          <a:solidFill>
            <a:srgbClr val="eaf4f4"/>
          </a:solidFill>
          <a:ln w="12700">
            <a:solidFill>
              <a:srgbClr val="eaf4f4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484632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What ships in Phase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4846320" y="196596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Text messages over 2.4 GHz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128×64 SSD1306 OLED display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USB serial console input/output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Pure-Python protocol, covered by host tests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Hardware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Bill of materials and radio wiring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48640" y="1463040"/>
            <a:ext cx="3931560" cy="329148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73152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Bill of materials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31520" y="196596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Raspberry Pi Pico 2 (RP2350)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nRF24L01+ radio module, SPI, 3.3 V only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0.96" SSD1306 OLED, 128×64, I2C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~10 µF decoupling capacitor on radio power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Breadboard and jumper wires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4663440" y="1463040"/>
            <a:ext cx="3931560" cy="3291480"/>
          </a:xfrm>
          <a:prstGeom prst="roundRect">
            <a:avLst>
              <a:gd name="adj" fmla="val 3333"/>
            </a:avLst>
          </a:prstGeom>
          <a:solidFill>
            <a:srgbClr val="eef2fb"/>
          </a:solidFill>
          <a:ln w="12700">
            <a:solidFill>
              <a:srgbClr val="eef2fb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84632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Radio wiring (SPI0)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846320" y="1965960"/>
            <a:ext cx="35658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MISO → GP16     • CSN → GP13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SCK  → GP18     • MOSI → GP19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CE   → GP14     • IRQ → GP21 (reserved)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OLED (I2C0): SDA → GP4, SCL → GP5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Address 0x3C, 400 kHz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Repository layout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MicroPython firmware plus a pure-Python protocol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548640" y="1463040"/>
            <a:ext cx="8046360" cy="329148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31520" y="162756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Project structure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31520" y="1965960"/>
            <a:ext cx="76806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firmware/pico/boot.py, main.py — entry points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firmware/pico/ping/ — application modules (protocol, radio, display, console)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firmware/pico/lib/ — vendored nrf24l01.py and ssd1306.py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firmware/pico/config.py — pins, RF channel/address, NODE_ID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firmware/pico/tests/ — on-device bring-up scripts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tests/ — host-side pytest suite     • docs/ — hardware, protocol, roadmap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Wire protocol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Every packet is exactly 32 bytes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548640" y="1463040"/>
            <a:ext cx="1828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0" spc="-1" strike="noStrike">
                <a:solidFill>
                  <a:srgbClr val="00a896"/>
                </a:solidFill>
                <a:latin typeface="Cambria"/>
                <a:ea typeface="Cambria"/>
              </a:rPr>
              <a:t>32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548640" y="28346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7606a"/>
                </a:solidFill>
                <a:latin typeface="Calibri"/>
                <a:ea typeface="Calibri"/>
              </a:rPr>
              <a:t>bytes per packet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7606a"/>
                </a:solidFill>
                <a:latin typeface="Calibri"/>
                <a:ea typeface="Calibri"/>
              </a:rPr>
              <a:t>nRF24 payload size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Table 0"/>
          <p:cNvGraphicFramePr/>
          <p:nvPr/>
        </p:nvGraphicFramePr>
        <p:xfrm>
          <a:off x="2743200" y="1463040"/>
          <a:ext cx="5851800" cy="254016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1280160"/>
                <a:gridCol w="30175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Offset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Size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Field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Notes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version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currently 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type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TEXT / ACK / BEACON / AUDIO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src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sender node ID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dst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recipient, 0xFF = broadcast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seq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little-endian sequence number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flags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reserved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length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payload length, max 24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24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payload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f2328"/>
                          </a:solidFill>
                          <a:latin typeface="Calibri"/>
                          <a:ea typeface="Calibri"/>
                        </a:rPr>
                        <a:t>UTF-8 text, zero padded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7de"/>
                      </a:solidFill>
                      <a:prstDash val="solid"/>
                    </a:lnL>
                    <a:lnR w="6480">
                      <a:solidFill>
                        <a:srgbClr val="d0d7de"/>
                      </a:solidFill>
                      <a:prstDash val="solid"/>
                    </a:lnR>
                    <a:lnT w="6480">
                      <a:solidFill>
                        <a:srgbClr val="d0d7de"/>
                      </a:solidFill>
                      <a:prstDash val="solid"/>
                    </a:lnT>
                    <a:lnB w="6480">
                      <a:solidFill>
                        <a:srgbClr val="d0d7de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How a node runs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Main loop at a glance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48640" y="146304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713160" y="162756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13160" y="1627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170360" y="16459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Read line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713160" y="20574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Poll USB console for input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3383280" y="146304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eaf4f4"/>
          </a:solidFill>
          <a:ln w="12700">
            <a:solidFill>
              <a:srgbClr val="eaf4f4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3547800" y="162756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3547800" y="1627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005000" y="16459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Parse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3547800" y="20574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Text broadcasts, @id directs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6217920" y="146304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eef2fb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6382440" y="162756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6382440" y="1627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6839640" y="16459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Send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6382440" y="205740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Build packet, radio.send()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548640" y="320040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713160" y="336492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713160" y="3364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1170360" y="33832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Poll RX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713160" y="379476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nRF24 status register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3383280" y="320040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eaf4f4"/>
          </a:solidFill>
          <a:ln w="12700">
            <a:solidFill>
              <a:srgbClr val="eaf4f4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3547800" y="336492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3547800" y="3364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4005000" y="33832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Dedupe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3547800" y="379476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Track (src, seq) pairs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6217920" y="320040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eef2fb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9"/>
          <p:cNvSpPr/>
          <p:nvPr/>
        </p:nvSpPr>
        <p:spPr>
          <a:xfrm>
            <a:off x="6382440" y="3364920"/>
            <a:ext cx="365400" cy="365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6382440" y="33649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6839640" y="33832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Display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6382440" y="3794760"/>
            <a:ext cx="232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OLED and console 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Roadmap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Phase 1 is complete; Phase 2 and 3 are planned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48640" y="146304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731520" y="1645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Phase 1  (current)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731520" y="2194560"/>
            <a:ext cx="2285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MicroPython on Pico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Text over nRF24L01+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SSD1306 OLED + serial console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Polled RX, shared address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3383280" y="146304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3566160" y="1645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Phase 2  (voice calls)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3566160" y="2194560"/>
            <a:ext cx="2285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Gateway board (BLE/Wi-Fi)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Interrupt-driven RX (IRQ on GP21)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AUDIO packets, codec, jitter buffer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Half-duplex push-to-talk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6217920" y="1463040"/>
            <a:ext cx="2651400" cy="3291480"/>
          </a:xfrm>
          <a:prstGeom prst="roundRect">
            <a:avLst>
              <a:gd name="adj" fmla="val 4138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507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6400800" y="1645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Phase 3  (host servers)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6400800" y="2194560"/>
            <a:ext cx="22856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Tiny HTTP server on gateway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Status page on the LAN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Post messages into the mesh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f2328"/>
                </a:solidFill>
                <a:latin typeface="Calibri"/>
                <a:ea typeface="Calibri"/>
              </a:rPr>
              <a:t>Richer routing and discovery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48640" y="48463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7606a"/>
                </a:solidFill>
                <a:latin typeface="Calibri"/>
                <a:ea typeface="Calibri"/>
              </a:rPr>
              <a:t>Phase 1 ships today; later phases build on the same protocol and hardware foundation.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48640" y="3657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2761"/>
                </a:solidFill>
                <a:latin typeface="Cambria"/>
                <a:ea typeface="Cambria"/>
              </a:rPr>
              <a:t>Deployment and dev workflow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48640" y="9601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7606a"/>
                </a:solidFill>
                <a:latin typeface="Calibri"/>
                <a:ea typeface="Calibri"/>
              </a:rPr>
              <a:t>From host to many boards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7863840" y="-457200"/>
            <a:ext cx="1737000" cy="173700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48640" y="1463040"/>
            <a:ext cx="8046360" cy="329148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f2f5fa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731520" y="162756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2761"/>
                </a:solidFill>
                <a:latin typeface="Calibri"/>
                <a:ea typeface="Calibri"/>
              </a:rPr>
              <a:t>Getting running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31520" y="1965960"/>
            <a:ext cx="76806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Set a unique NODE_ID per board; keep radio settings identical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Deploy: mpremote fs cp boot.py, main.py, ping/, lib/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With multiple boards attached, prefix commands with a port (mpremote devs)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Host tests: python -m pytest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328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f2328"/>
                </a:solidFill>
                <a:latin typeface="Calibri"/>
                <a:ea typeface="Calibri"/>
              </a:rPr>
              <a:t>Format and lint: ruff format . then ruff check 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6949440" y="3657600"/>
            <a:ext cx="2377080" cy="237708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731520" y="54864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Summary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731520" y="1463040"/>
            <a:ext cx="69490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Low-cost hardware forms a private mesh network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Clear separation: protocol, radio, display, console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Phase 1 delivers working text messaging now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Designed to grow into voice (Phase 2) and self-hosted services (Phase 3)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731520" y="4480560"/>
            <a:ext cx="2194200" cy="41112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31520" y="448056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Phase 1 ships today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2026-10-27T03:22:04Z</dcterms:created>
  <dc:creator>P.I.N.G project</dc:creator>
  <dc:description/>
  <dc:language>en-US</dc:language>
  <cp:lastModifiedBy/>
  <dcterms:modified xsi:type="dcterms:W3CDTF">2026-10-27T08:56:26Z</dcterms:modified>
  <cp:revision>2</cp:revision>
  <dc:subject>PptxGenJS Presentation</dc:subject>
  <dc:title>P.I.N.G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